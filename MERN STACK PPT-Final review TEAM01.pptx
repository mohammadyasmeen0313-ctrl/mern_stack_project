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4" r:id="rId6"/>
    <p:sldId id="278" r:id="rId7"/>
    <p:sldId id="280" r:id="rId8"/>
    <p:sldId id="283" r:id="rId9"/>
    <p:sldId id="271" r:id="rId10"/>
    <p:sldId id="281" r:id="rId11"/>
    <p:sldId id="287" r:id="rId12"/>
    <p:sldId id="289" r:id="rId13"/>
    <p:sldId id="290" r:id="rId14"/>
    <p:sldId id="291" r:id="rId15"/>
    <p:sldId id="268" r:id="rId16"/>
    <p:sldId id="269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6899C-B922-4B8D-A57E-2D9787138E4C}" v="83" dt="2026-04-07T08:41:25.9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9" d="100"/>
          <a:sy n="69" d="100"/>
        </p:scale>
        <p:origin x="19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37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857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A07A5-14C6-E585-8655-9D9D52E5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451EA-1440-E913-BE4A-B614B423C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B861F-0E31-A9FE-3DE3-C88AA9FD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3FD6E-6CD7-73E7-5843-F5D2AC9D0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1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6944-C75D-642A-33EC-861C4C9E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92471-DA30-4B37-FCA6-6EF20124D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FE530-0FC2-EC25-4907-8124FE661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E0AE-6066-70F2-58D0-DE497EDE9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059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CE3C7-4CAC-83C5-06C3-42A79AAC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8F73F-5430-C4C7-24B7-978CB7B2C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D4E0F-8063-6714-0B2B-C4C7BFB3B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0EE7-BED2-805A-A166-2B514D3FD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30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65D4-DEED-8F77-7875-441F7EC65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0EE74-7167-873A-95DE-2209D38A4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B17A6-C5DF-DF2F-3449-59AE0E1E5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B2E7-A9E4-7C60-5E8B-7C360EA4C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78334-1E7C-9B5D-22F4-8A0874D2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A05E5-57D3-9020-E1E8-13EECF182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E5D61-29D8-36CA-3B49-ED30EB6DC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6CBA9-998B-04E1-4DEE-A9C5048977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98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0" y="1076308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CORNERSTONE 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14087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SIMPLE NOTES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2400" dirty="0"/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YASMEEN     </a:t>
            </a:r>
            <a:r>
              <a:rPr lang="en-IN" sz="2000" spc="-1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(24B11AI261)</a:t>
            </a:r>
            <a:endParaRPr lang="en-IN" sz="2000" spc="-10" dirty="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LAVANYA        (24B11AI047)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GEETHIKA    (24B11AI055)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DIVYA               (24B11AI280)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Artificial Intelligence And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0408" y="1191211"/>
            <a:ext cx="3770980" cy="54950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4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343400" y="325191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F55BA-986F-654A-5E2D-6EB3BA46572D}"/>
              </a:ext>
            </a:extLst>
          </p:cNvPr>
          <p:cNvSpPr txBox="1"/>
          <p:nvPr/>
        </p:nvSpPr>
        <p:spPr>
          <a:xfrm>
            <a:off x="443932" y="740332"/>
            <a:ext cx="86106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Notes Management System is a web-based application developed using the MERN stack, which includes MongoDB, Express.js, React.js, and Node.js. The main objective of this project is to provide users with a simple and efficient platform to create, store, update, and delete personal notes online.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allows users to manage their notes in a structured way with features such as user authentication, real-time updates, and a responsive user interface. The frontend is developed using React.js to ensure a smooth and interactive user experience, while the backend is handled by Node.js and Express.js to manage server-side operations and APIs. MongoDB is used as the database to store user data and notes securely.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productivity by enabling users to access their notes anytime and from anywhere. It also ensures data security and scalability. This project demonstrates the practical implementation of full-stack web development and highlights the integration of modern technologies in building dynamic web applications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CC32962C-DFB7-107A-1023-1535B434BD5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57200" y="1476466"/>
            <a:ext cx="10515599" cy="583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CA41A9CB-E9C6-6935-B846-0F3780E0E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29940"/>
            <a:ext cx="987367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Notes Management System is a web application designed to help users create and         manage notes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developed using the MERN stack, which includes MongoDB, Express.js, React.js, and Node.js.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provides a user-friendly interface for adding, editing, viewing, and deleting notes.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supports secure user authentication, allowing only registered users to access their personal notes.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data in a centralized database, ensuring easy access and management of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replaces traditional note-taking methods with a digital solution that is faster and more reliable. 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17781" y="332823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762000" y="1322610"/>
            <a:ext cx="8534400" cy="6264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System Requirements (Minimum)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 (8 GB recommended) 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GB free space 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Dual-core or higher</a:t>
            </a:r>
          </a:p>
          <a:p>
            <a:endParaRPr lang="en-US" altLang="zh-CN" sz="2000" dirty="0">
              <a:latin typeface="Times New Roman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Development Environment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/ Linux / macOS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(or any IDE)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Chrome / Edge / Firefox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Frontend Requirements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Languages: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Libraries/Tools: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or Fetch API (for API calls)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/ CSS (for styling) </a:t>
            </a:r>
          </a:p>
          <a:p>
            <a:endParaRPr lang="en-IN" b="1" dirty="0"/>
          </a:p>
          <a:p>
            <a:pPr marL="285750" lvl="2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10000" y="342558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A2366-D5A3-7AD8-E7B4-472C3227ADC8}"/>
              </a:ext>
            </a:extLst>
          </p:cNvPr>
          <p:cNvSpPr txBox="1"/>
          <p:nvPr/>
        </p:nvSpPr>
        <p:spPr>
          <a:xfrm>
            <a:off x="987471" y="1053128"/>
            <a:ext cx="8305800" cy="577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Backend Requirements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Environment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Express.js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Type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RESTful APIs 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Database Requirements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Compass (GUI for database management) 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Required Packages (Node Modules)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– for server creation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– for database connection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cross-origin requests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body-parser – to handle request data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password encryption 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jsonwebtoken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(JWT) – for authentication 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C03A-992A-CEAD-5FB8-68652782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EA7C8F04-95CA-C1E0-BFA2-4BFACD89E6B8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989C992-155F-6A68-0B08-3B39FFBAA62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031E1F9-FB82-922E-C796-97077F94E70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EAA2CC3-9696-811E-B5BE-5C184817770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65D09F8-C17C-F03E-88B8-4942A39F209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65154CDE-FB1D-92DB-77E9-9CDAB77B8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5E89CD20-90CB-480C-A4EB-EC7405BED44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DD3B24-C6E3-C570-0D11-D85BD4A44819}"/>
              </a:ext>
            </a:extLst>
          </p:cNvPr>
          <p:cNvSpPr txBox="1"/>
          <p:nvPr/>
        </p:nvSpPr>
        <p:spPr>
          <a:xfrm>
            <a:off x="388360" y="1597224"/>
            <a:ext cx="967004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Database Type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(NoSQL Database)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JSON-like documents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scalable structure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Collections Used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Collection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Collection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Users Collection Structure Fields: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 ID for each user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– User name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– User email (unique)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– Encrypted password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Notes Collection Structure Fields: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 ID for each note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– Note title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– Note description 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Reference to user 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Date of creation 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updatedAt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Last modified date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82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40B4-B462-F22D-0950-B6710CF9E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D4A9BBA5-9A38-1657-0653-14EC0D3B9CE4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6656BA03-D3A4-CDEA-202C-38C81F635B7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4C109C39-054A-E81F-70B9-386F94A44C3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1533A0EA-DA31-1EB6-ADF3-083AD01A4E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E8E014C-4F7F-C10B-D153-7578A6AE564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5ECF7B6-4D35-5116-1FBA-A710C58C5A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472" y="425171"/>
            <a:ext cx="23031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98FBF8DD-4922-6047-5E1A-EAFBB22DFB9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FE3A23-6F7A-9CD3-0012-E9E7C7331AAD}"/>
              </a:ext>
            </a:extLst>
          </p:cNvPr>
          <p:cNvSpPr txBox="1"/>
          <p:nvPr/>
        </p:nvSpPr>
        <p:spPr>
          <a:xfrm>
            <a:off x="290750" y="1353220"/>
            <a:ext cx="4585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Tables:</a:t>
            </a:r>
          </a:p>
        </p:txBody>
      </p:sp>
      <p:sp>
        <p:nvSpPr>
          <p:cNvPr id="3" name="AutoShape 2" descr="Generated image: Rock-paper-scissors database blueprint">
            <a:extLst>
              <a:ext uri="{FF2B5EF4-FFF2-40B4-BE49-F238E27FC236}">
                <a16:creationId xmlns:a16="http://schemas.microsoft.com/office/drawing/2014/main" id="{1776DA36-F09E-D4E2-6C54-082CC0B18A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Generated image: Rock-paper-scissors database blueprint">
            <a:extLst>
              <a:ext uri="{FF2B5EF4-FFF2-40B4-BE49-F238E27FC236}">
                <a16:creationId xmlns:a16="http://schemas.microsoft.com/office/drawing/2014/main" id="{AD82E327-2659-A6ED-4D1C-731C1FCA68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6" descr="Generated image: Rock-paper-scissors database blueprint">
            <a:extLst>
              <a:ext uri="{FF2B5EF4-FFF2-40B4-BE49-F238E27FC236}">
                <a16:creationId xmlns:a16="http://schemas.microsoft.com/office/drawing/2014/main" id="{780BED73-D24A-BFCE-2A95-2B52E1F61D6A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2590801" y="1863393"/>
            <a:ext cx="4766004" cy="499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8" descr="Generated image: Rock-paper-scissors database blueprint">
            <a:extLst>
              <a:ext uri="{FF2B5EF4-FFF2-40B4-BE49-F238E27FC236}">
                <a16:creationId xmlns:a16="http://schemas.microsoft.com/office/drawing/2014/main" id="{AE88DDE1-6C5D-3B28-B2C5-CB5FA207247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2743201" y="2015793"/>
            <a:ext cx="4766004" cy="499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0F1E28-7528-102F-5D2E-B44CC8ED0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015792"/>
            <a:ext cx="8839200" cy="522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7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71227-37A8-BD2E-DA5F-9D1409CD539E}"/>
              </a:ext>
            </a:extLst>
          </p:cNvPr>
          <p:cNvSpPr txBox="1"/>
          <p:nvPr/>
        </p:nvSpPr>
        <p:spPr>
          <a:xfrm>
            <a:off x="872251" y="1037173"/>
            <a:ext cx="7924801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Architecture Design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3-Tier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(Frontend)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(Backend)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(Database) 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Frontend Design (React.js)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user interface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included: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Login/Register Page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(View Notes)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Add/Edit Notes Page</a:t>
            </a: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Backend Design (Node.js + Express.js)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business logic and request processing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Endpoints: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→ Register/Login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→ Fetch Notes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→ Add Notes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→ Update Notes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→ Remove Notes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3953B3A5-B246-55AD-515B-436ED9F0D0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B5F307-65AB-CD27-AF0D-93E7F6376843}"/>
              </a:ext>
            </a:extLst>
          </p:cNvPr>
          <p:cNvSpPr txBox="1"/>
          <p:nvPr/>
        </p:nvSpPr>
        <p:spPr>
          <a:xfrm rot="10800000">
            <a:off x="872251" y="793046"/>
            <a:ext cx="9033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Times New Roman" pitchFamily="18" charset="0"/>
              </a:rPr>
              <a:t>.</a:t>
            </a:r>
            <a:endParaRPr lang="zh-CN" altLang="en-US" sz="1800" b="0" i="0" u="none" strike="noStrike" kern="0" cap="none" spc="0" baseline="0" dirty="0">
              <a:solidFill>
                <a:schemeClr val="tx1"/>
              </a:solidFill>
              <a:latin typeface="Times New Roman" pitchFamily="18" charset="0"/>
              <a:ea typeface="Droid Sans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7A6E-C969-4FC6-1638-B02DC985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18CD80CE-9A20-C3F9-675C-6A5559C46A59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4EE6F78B-EB8B-E507-510F-5E3E95B98B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0BFA710-1140-7847-52D3-8D6778096E5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49D1D7BE-6FAB-E379-94E6-040D6A76585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191A9B2-D3E3-35FE-4108-715E3C7C4C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00A15CDC-61F7-A7B4-E469-6B0C11999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4" y="432593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C71D08-C2F1-0E7E-1D5D-669DEF4FBD1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B09BF8-939E-6C76-4342-E04259FF568B}"/>
              </a:ext>
            </a:extLst>
          </p:cNvPr>
          <p:cNvSpPr txBox="1"/>
          <p:nvPr/>
        </p:nvSpPr>
        <p:spPr>
          <a:xfrm>
            <a:off x="990600" y="1449777"/>
            <a:ext cx="8763000" cy="918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Login window: 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u="none" strike="noStrike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Gautami" panose="020B0502040204020203" pitchFamily="34" charset="0"/>
              </a:rPr>
              <a:t> 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83304C-D145-1BB6-86BD-1DFEC7A1C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80536"/>
            <a:ext cx="9753600" cy="51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69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882AF-3F85-D02B-B167-92BB06FA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51F8D081-5351-6A34-F61D-4BFC9E697C5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B86A6D7-44C7-3F2E-0E87-B0BE38F5E6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00CAD93E-47B3-5F1C-50C3-CCFC6FA0C3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D61A56A4-0FD7-4B40-8D6B-4C66C95E7C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CA7F524B-FE9E-1FF8-1621-5EDB9B2A9EB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CFAF95C4-DE06-BB07-8BE1-1C14ACA3AC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11877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C43AD385-1BD8-C19B-6526-BBB862770E8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E39BD-B38D-F038-C3C2-37F3F226C77D}"/>
              </a:ext>
            </a:extLst>
          </p:cNvPr>
          <p:cNvSpPr txBox="1"/>
          <p:nvPr/>
        </p:nvSpPr>
        <p:spPr>
          <a:xfrm>
            <a:off x="457200" y="1449777"/>
            <a:ext cx="9296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Main Window:</a:t>
            </a:r>
            <a:endParaRPr lang="en-IN" sz="2400" dirty="0"/>
          </a:p>
          <a:p>
            <a:r>
              <a:rPr lang="en-IN" sz="1800" b="1" dirty="0"/>
              <a:t> </a:t>
            </a:r>
            <a:endParaRPr lang="en-IN" sz="1800" dirty="0"/>
          </a:p>
        </p:txBody>
      </p:sp>
      <p:sp>
        <p:nvSpPr>
          <p:cNvPr id="2" name="AutoShape 2" descr="Notes management system interface">
            <a:extLst>
              <a:ext uri="{FF2B5EF4-FFF2-40B4-BE49-F238E27FC236}">
                <a16:creationId xmlns:a16="http://schemas.microsoft.com/office/drawing/2014/main" id="{7ED98D15-809B-467E-10D8-1825231F0E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Notes management system interface">
            <a:extLst>
              <a:ext uri="{FF2B5EF4-FFF2-40B4-BE49-F238E27FC236}">
                <a16:creationId xmlns:a16="http://schemas.microsoft.com/office/drawing/2014/main" id="{987BE178-01FC-D59F-3588-628B99C023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29200" y="3886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FB58AF-FD68-3D16-39CB-DDF3630988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180536"/>
            <a:ext cx="9144000" cy="559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8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A61D0-099F-C774-0062-C8956AD1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C44C1A33-7C14-0DEB-3965-284AF49FCF96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5AD8913-F996-8CEC-7934-417EC50677A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4C01121-5342-6ED4-E848-5F0A26A4F29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E76C04D3-36A1-A3D8-4753-54D754D0682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DEDA527A-944E-DD9F-9390-C3FE8A62152A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E1E0144C-CD6A-71E3-CB87-9E558AD5F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4479" y="450118"/>
            <a:ext cx="2836546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63F76BCB-14FA-BBEA-1CDB-64C0E4637DB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08911D-DB8D-864A-A56A-021103D1465A}"/>
              </a:ext>
            </a:extLst>
          </p:cNvPr>
          <p:cNvSpPr txBox="1"/>
          <p:nvPr/>
        </p:nvSpPr>
        <p:spPr>
          <a:xfrm>
            <a:off x="990600" y="1449777"/>
            <a:ext cx="8763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OUTPUT SCREEN:</a:t>
            </a:r>
            <a:endParaRPr lang="en-IN" sz="2400" dirty="0"/>
          </a:p>
          <a:p>
            <a:r>
              <a:rPr lang="en-IN" sz="1800" b="1" dirty="0"/>
              <a:t> 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8E7A3-FEF7-045D-0FD5-1B26DD0ADD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595382"/>
            <a:ext cx="8000999" cy="411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3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6B15-FBBA-88E4-439B-3760D86B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93131E-D2BB-EC5C-2A95-924FDF20D02E}"/>
              </a:ext>
            </a:extLst>
          </p:cNvPr>
          <p:cNvSpPr txBox="1"/>
          <p:nvPr/>
        </p:nvSpPr>
        <p:spPr>
          <a:xfrm>
            <a:off x="314911" y="1143000"/>
            <a:ext cx="9448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FunctionalityAdd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search options to quickly find notes using keywords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filters.Categories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TagsAllow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to organize notes using labels, categories, or tags for better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NotificationsImplement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reminders with alerts for important notes or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SynchronizationEnable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syncing so users can access notes across multiple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Text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EditorImprove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 editing with formatting options like bold, italic, images, and links.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FeatureAllow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users to share and edit notes together.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ModeProvide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to notes even without internet and sync when online.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SecurityAdd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like two-factor authentication and data encryption using tools in Node.js and MongoDB.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AA4C980-B3A7-207C-41C1-E5E20AC1774F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FCE0C84F-6254-D24F-D561-30DE987BE3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7909B96B-5C39-8043-CA2D-5B828EFA757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5015D36-BC2F-3B81-753E-F473E84B78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F2E63626-00F9-C9BD-F925-C51513AE50E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D4D54D4E-EE1A-E311-1FB3-DF54075DF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49027" y="438046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987431-337A-DB3D-5560-70B732DBED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89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2E41-7E6E-9AB7-4311-D58503EE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32D71BC4-812B-11BE-6A6C-1CA5A91B779D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897A887-118D-142E-FC3E-D6BE5C1E979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69A73B6-BAAC-6763-2263-E88C0E65C7C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B12E086F-BA20-7EBA-DFAA-D7884D2F86C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CD22B9F6-01CA-54BB-97B5-0180CEF24C6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E459A9DA-9776-0281-AD94-A452E7257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94015" y="429568"/>
            <a:ext cx="2760345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6E0266AA-A7A6-E24C-77B4-437EA276627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B19770-9B99-73D1-2779-B3003F59690E}"/>
              </a:ext>
            </a:extLst>
          </p:cNvPr>
          <p:cNvSpPr txBox="1"/>
          <p:nvPr/>
        </p:nvSpPr>
        <p:spPr>
          <a:xfrm>
            <a:off x="1143000" y="1598058"/>
            <a:ext cx="8077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documentation of MongoDB –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https://www.mongodb.com/docs/Official documentation of Express.js – https://expressjs.com/Official documentation of React.js – https://react.dev/Official documentation of Node.js – https://nodejs.org/W3Schools – https://www.w3schools.com/GeeksforGeeks – https://www.geeksforgeeks.org/Stack Overflow – https://stackoverflow.com/GitHub – https://github.com/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020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381000" y="1323261"/>
            <a:ext cx="9448800" cy="455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Notes Management System developed using the MERN stack, which includes MongoDB, Express.js, React.js, and Node.js, provides an efficient and user-friendly platform for managing notes.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implements all the essential features such as creating, updating, viewing, and deleting notes, along with secure user authentication. It overcomes the limitations of traditional note-taking methods by offering a digital, accessible, and organized solution.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reliable, scalable, and easy to use, making it suitable for students and professionals. It also demonstrates the practical implementation of full-stack development by integrating frontend, backend, and database technologies.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2713</TotalTime>
  <Words>1103</Words>
  <Application>Microsoft Office PowerPoint</Application>
  <PresentationFormat>Custom</PresentationFormat>
  <Paragraphs>150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Palatino Linotype</vt:lpstr>
      <vt:lpstr>Times New Roman</vt:lpstr>
      <vt:lpstr>Office Theme</vt:lpstr>
      <vt:lpstr>MERN STACK CORNERSTONE  PROJECT FINAL REVIEW</vt:lpstr>
      <vt:lpstr>PowerPoint Presentation</vt:lpstr>
      <vt:lpstr>ABSTRACT</vt:lpstr>
      <vt:lpstr>PowerPoint Presentation</vt:lpstr>
      <vt:lpstr>PowerPoint Presentation</vt:lpstr>
      <vt:lpstr>PowerPoint Presentation</vt:lpstr>
      <vt:lpstr>Database Design</vt:lpstr>
      <vt:lpstr>Database Design</vt:lpstr>
      <vt:lpstr>SYSTEM DESIGN</vt:lpstr>
      <vt:lpstr>System Implementation</vt:lpstr>
      <vt:lpstr>System Implementation</vt:lpstr>
      <vt:lpstr>System Implementation</vt:lpstr>
      <vt:lpstr>Future Enhancements</vt:lpstr>
      <vt:lpstr>References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Yasmeen Mohammad</cp:lastModifiedBy>
  <cp:revision>53</cp:revision>
  <cp:lastPrinted>2025-10-14T18:21:49Z</cp:lastPrinted>
  <dcterms:created xsi:type="dcterms:W3CDTF">2025-10-10T08:28:06Z</dcterms:created>
  <dcterms:modified xsi:type="dcterms:W3CDTF">2026-04-07T14:21:33Z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